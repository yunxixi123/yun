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4" r:id="rId2"/>
    <p:sldId id="542" r:id="rId3"/>
    <p:sldId id="541" r:id="rId4"/>
    <p:sldId id="480" r:id="rId5"/>
    <p:sldId id="518" r:id="rId6"/>
    <p:sldId id="519" r:id="rId7"/>
    <p:sldId id="539" r:id="rId8"/>
    <p:sldId id="540" r:id="rId9"/>
    <p:sldId id="524" r:id="rId10"/>
    <p:sldId id="534" r:id="rId11"/>
    <p:sldId id="535" r:id="rId12"/>
    <p:sldId id="537" r:id="rId13"/>
    <p:sldId id="538" r:id="rId14"/>
    <p:sldId id="446" r:id="rId15"/>
    <p:sldId id="279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  <a:srgbClr val="FF00FF"/>
    <a:srgbClr val="00FF00"/>
    <a:srgbClr val="FF9900"/>
    <a:srgbClr val="2A2827"/>
    <a:srgbClr val="E7C5AE"/>
    <a:srgbClr val="888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0" autoAdjust="0"/>
    <p:restoredTop sz="94660"/>
  </p:normalViewPr>
  <p:slideViewPr>
    <p:cSldViewPr snapToGrid="0">
      <p:cViewPr varScale="1">
        <p:scale>
          <a:sx n="90" d="100"/>
          <a:sy n="90" d="100"/>
        </p:scale>
        <p:origin x="629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50B36-9D4A-468C-8410-95B1900814AF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98910-327C-4EAC-AB95-1250C2EE6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9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45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96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058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178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174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180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731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142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907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67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601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646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494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891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11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D0F9E42-F9D7-4C60-A57F-7B43DAB9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48337574-F13C-45F3-9852-D6D7BA0D2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AD7B5407-D8F4-4821-A185-0AA59BE6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B2610358-DB10-434D-97A5-F61C95D7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2914CE9-C3EE-4D56-84C2-6EF49A54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83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CF203FF-6B8D-4D88-A5FE-2C4C8A14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3AE0CDA-0B8B-4D29-A282-6E39664AD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EACD78AA-1C3D-40A0-A9F8-25FAB6C6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52296139-374D-4D22-AF1C-3B136D1D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36CDD1D6-7DF0-497A-963E-9F4D7EB7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91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5614FA1-A850-4200-BFB8-E57801E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741A292-A949-42F0-9BAF-F8BF941FA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018F77C-FFAC-4BF1-84FB-F6BA8B49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8FEECD9-8BCD-4E86-9D45-05D685F2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8B49A7C-2F33-4AC8-86D6-17EE028C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6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610C2C5-7446-4188-B8B2-24F08ED8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7B9E4E7-F091-4B6E-9762-062EF23E5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96659D5B-F34C-4E6A-9069-5205D85DB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90BAECE3-5B6E-43E8-91F4-E09059E1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8999DD0F-FC30-4484-ACCC-F37FCBEB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F374CD93-9F63-4BF7-ADC1-D8B6683C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8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7185375-792C-4634-A289-5FAEA842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148DF4EF-F992-4483-82FA-13709AA60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9E510978-59F2-472A-8412-C9F983CDF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1B1A449E-BF48-471C-81BE-7C769B730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801AD99D-CE3E-4FF3-8DAA-06DE6D354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0827E751-DCA1-4EA7-B1BE-BD971D13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0EBA1F3B-6DBD-4800-8125-931B7969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3CC9BC08-EB6C-4F6D-91D5-83336937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46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9BED87E-BC58-42BE-AD81-3BBA67D9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B025C3A0-6B7F-4C15-995E-689FF929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4A9E1EFD-3D3C-41A8-AA29-C0188C9C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337AF1C2-A64D-497E-88FD-8291E47E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01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EFC028E2-DBE9-4B66-A719-D75A9AF3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4DA90BB4-00EC-4298-9AFC-78599431A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3AA2E427-D671-4019-B801-499C7F58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45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0E5DDBB-2059-4844-B59C-8AC509D57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0E8E58FE-2A80-43E9-916E-59900112D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E771CA6E-F12A-4682-95E6-A756C2003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CC34F04C-0323-4477-B74C-5BD46340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1D06BA59-DD98-45C2-A486-63D19EFF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A6CEECF6-F2EA-4546-9E4D-B49EDC9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87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D0B7697-9D7C-4867-B5AD-95908B34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C75CF749-8C47-420E-8A3E-439711EB5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B13B6E65-478B-41DE-9F9C-E9ED1CE03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837693AB-EA7A-42E1-9126-8D11E3E9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08B81EF9-9079-4FDD-B003-27E25B33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CAF4EB10-9F92-4D36-A8CE-12536AFB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38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53DF850-13DD-4C22-9F7E-68D77C73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94D8F41C-E583-49A7-96F9-090045C36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C8DFDA6-74FA-48D9-9B07-F62B9255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E693C984-3066-4EA1-B0C7-BEE57301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DF336CFB-6DE0-451E-9CB1-512A7AE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9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B0095FE0-9EB5-404E-8EDC-678051CC8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D9D693F2-F5F0-41A3-91DE-699E22380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6AAEF03-EEDA-4B0A-ACFD-716EA2C2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2EDB8F8D-DFAC-4182-8167-590F37F4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9759DB9-FCF5-4E7D-AD2D-81B8FAB7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77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8370" y="126928"/>
            <a:ext cx="9041230" cy="1126050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84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8F404207-36D3-4051-AB07-176E3EBC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CBB39DFF-BE2D-45F8-91EA-22D9B3A5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65EFC4B-D78B-4EAA-886B-13E5F2AE5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7ECF6-13F7-4665-8CC8-E6D7D0DC7252}" type="datetimeFigureOut">
              <a:rPr lang="zh-CN" altLang="en-US" smtClean="0"/>
              <a:t>2021-11-27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3BE32043-75CC-4E33-BF77-E883A1E2B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65300B5E-A5DB-4554-AC2C-1943E9ECF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37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="" xmlns:a16="http://schemas.microsoft.com/office/drawing/2014/main" id="{68D56DBF-52F8-4AA4-B877-9C93B61E2C36}"/>
              </a:ext>
            </a:extLst>
          </p:cNvPr>
          <p:cNvSpPr txBox="1"/>
          <p:nvPr/>
        </p:nvSpPr>
        <p:spPr>
          <a:xfrm>
            <a:off x="1185334" y="2641890"/>
            <a:ext cx="10018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集成移位寄存器</a:t>
            </a:r>
            <a:endParaRPr lang="en-US" altLang="zh-CN" sz="5400" b="1" dirty="0">
              <a:solidFill>
                <a:srgbClr val="F4B18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="" xmlns:a16="http://schemas.microsoft.com/office/drawing/2014/main" id="{4E49163D-DFAB-41F1-AACE-58EEE9068C80}"/>
              </a:ext>
            </a:extLst>
          </p:cNvPr>
          <p:cNvSpPr/>
          <p:nvPr/>
        </p:nvSpPr>
        <p:spPr>
          <a:xfrm>
            <a:off x="1664753" y="1398932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="" xmlns:a16="http://schemas.microsoft.com/office/drawing/2014/main" id="{B1C3E434-2A4B-4365-B940-77631D63F6B9}"/>
              </a:ext>
            </a:extLst>
          </p:cNvPr>
          <p:cNvSpPr/>
          <p:nvPr/>
        </p:nvSpPr>
        <p:spPr>
          <a:xfrm rot="10800000">
            <a:off x="10090891" y="5430507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="" xmlns:a16="http://schemas.microsoft.com/office/drawing/2014/main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1664752" y="1287475"/>
            <a:ext cx="224441" cy="291998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E103A22C-9FB4-4E6A-A98A-B94881471114}"/>
              </a:ext>
            </a:extLst>
          </p:cNvPr>
          <p:cNvSpPr txBox="1"/>
          <p:nvPr/>
        </p:nvSpPr>
        <p:spPr>
          <a:xfrm>
            <a:off x="2929676" y="4873858"/>
            <a:ext cx="6647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E7C5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主讲人：</a:t>
            </a:r>
            <a:r>
              <a:rPr lang="en-US" altLang="zh-CN" sz="2400" b="1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</a:t>
            </a:r>
            <a:endParaRPr lang="en-US" sz="2400" b="1" dirty="0">
              <a:solidFill>
                <a:srgbClr val="E7C5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="" xmlns:a16="http://schemas.microsoft.com/office/drawing/2014/main" id="{6ACC7DA8-9234-4BAC-A657-EEB77B531E62}"/>
              </a:ext>
            </a:extLst>
          </p:cNvPr>
          <p:cNvSpPr txBox="1"/>
          <p:nvPr/>
        </p:nvSpPr>
        <p:spPr>
          <a:xfrm>
            <a:off x="7228374" y="5628499"/>
            <a:ext cx="270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266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验证</a:t>
            </a:r>
            <a:r>
              <a:rPr lang="en-US" altLang="zh-CN" dirty="0"/>
              <a:t>74LS194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移存型计数器实验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23487" y="2058356"/>
            <a:ext cx="54358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6" y="35464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3" y="3557948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35560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708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</a:t>
            </a:r>
            <a:r>
              <a:rPr lang="en-US" altLang="zh-CN" dirty="0"/>
              <a:t>74LS194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移存型计数器实验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6" y="35464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3" y="3557948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35560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421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73363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验证移位寄存器逻辑功能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4631266" y="1772707"/>
            <a:ext cx="6197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74LS194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位双向移位寄存器。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CR*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为清零端；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为工作方式控制端；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SR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为右移串行数据输入端；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为左移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串行数据输入端；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D0-D3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位并行输入数据端；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Q0-Q3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为数据输出端；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CLK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为时钟输入端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电源与地，隐藏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30782" y="1030688"/>
            <a:ext cx="5112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移位寄存器</a:t>
            </a:r>
            <a:r>
              <a:rPr lang="en-US" altLang="zh-CN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74LS194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33" y="1747363"/>
            <a:ext cx="3298134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验证计数器逻辑功能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3430782" y="1030688"/>
            <a:ext cx="5112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74LS194</a:t>
            </a:r>
            <a:r>
              <a:rPr lang="zh-CN" altLang="en-US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逻辑功能测试原理图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386" y="1569295"/>
            <a:ext cx="9866014" cy="517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0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验证计数器逻辑功能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528637" y="1383009"/>
            <a:ext cx="11253258" cy="808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S0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工作方式控制下，可以实现左移（串行数据从</a:t>
            </a:r>
            <a:r>
              <a:rPr lang="en-US" altLang="zh-CN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SL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输入）、右移（串行数据从</a:t>
            </a:r>
            <a:r>
              <a:rPr lang="en-US" altLang="zh-CN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SR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输入）、置数（并行数据从</a:t>
            </a:r>
            <a:r>
              <a:rPr lang="en-US" altLang="zh-CN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D0-D3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端输入）及保持（输出端不变）功能。</a:t>
            </a:r>
            <a:endParaRPr lang="en-US" altLang="zh-CN" sz="20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78" y="2191885"/>
            <a:ext cx="1023937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5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</a:t>
            </a:r>
            <a:r>
              <a:rPr lang="en-US" altLang="zh-CN" dirty="0"/>
              <a:t>74LS194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移存型计数器实验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6" y="35464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3" y="3557948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35560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3258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</a:t>
            </a:r>
            <a:r>
              <a:rPr lang="en-US" altLang="zh-CN" dirty="0"/>
              <a:t>74LS194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移存型计数器实验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6" y="35464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3" y="3557948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35560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5885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移存型</a:t>
              </a:r>
              <a:endParaRPr lang="en-US" altLang="zh-CN" sz="3200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计算器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537102" y="1437354"/>
            <a:ext cx="112532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移存型计数器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>
              <a:lnSpc>
                <a:spcPct val="125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按照下图连接电路。电路复位后，输入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1Hz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时钟，观察电路输出状态是否与理论分析相同。时钟改为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10kHz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，用示波器记录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Q2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Q3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的输出波形。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610" y="2914682"/>
            <a:ext cx="6620750" cy="36822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39320" y="4109454"/>
                <a:ext cx="455227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𝑆𝑅</m:t>
                      </m:r>
                      <m:r>
                        <a:rPr lang="zh-CN" altLang="en-US" sz="36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36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36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36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36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)·</m:t>
                      </m:r>
                      <m:r>
                        <a:rPr lang="zh-CN" altLang="en-US" sz="3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𝐶𝑃</m:t>
                      </m:r>
                    </m:oMath>
                  </m:oMathPara>
                </a14:m>
                <a:endParaRPr lang="zh-CN" alt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20" y="4109454"/>
                <a:ext cx="4552278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75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移存型</a:t>
              </a:r>
              <a:endParaRPr lang="en-US" altLang="zh-CN" sz="3200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计算器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031098" y="302920"/>
            <a:ext cx="4610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移存型计数器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理论分析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458" y="1017278"/>
            <a:ext cx="7823941" cy="57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9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移存型</a:t>
              </a:r>
              <a:endParaRPr lang="en-US" altLang="zh-CN" sz="3200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计算器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/>
        </p:nvSpPr>
        <p:spPr>
          <a:xfrm>
            <a:off x="2031098" y="302920"/>
            <a:ext cx="46106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移存型计数器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实测数据</a:t>
            </a: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458" y="1017278"/>
            <a:ext cx="7823941" cy="57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6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</a:t>
            </a:r>
            <a:r>
              <a:rPr lang="en-US" altLang="zh-CN" dirty="0"/>
              <a:t>74LS194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移存型计数器实验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6" y="35464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3" y="3557948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35560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30977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验证</a:t>
            </a:r>
            <a:r>
              <a:rPr lang="en-US" altLang="zh-CN" dirty="0"/>
              <a:t>74LS194</a:t>
            </a:r>
            <a:r>
              <a:rPr lang="zh-CN" altLang="en-US" dirty="0"/>
              <a:t>的逻辑功能</a:t>
            </a:r>
            <a:endParaRPr lang="en-US" dirty="0"/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移存型计数器实验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6" y="35464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3558904"/>
            <a:ext cx="601521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  <a:endParaRPr lang="en-US" dirty="0"/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3556062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下一实验内容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50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187695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下一次实验内容</a:t>
              </a:r>
              <a:endParaRPr lang="en-US" altLang="zh-CN" sz="3200" b="1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2728383" y="2178643"/>
            <a:ext cx="62378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设计“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111”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序列检测器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；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549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4">
            <a:extLst>
              <a:ext uri="{FF2B5EF4-FFF2-40B4-BE49-F238E27FC236}">
                <a16:creationId xmlns="" xmlns:a16="http://schemas.microsoft.com/office/drawing/2014/main" id="{E103A22C-9FB4-4E6A-A98A-B94881471114}"/>
              </a:ext>
            </a:extLst>
          </p:cNvPr>
          <p:cNvSpPr txBox="1"/>
          <p:nvPr/>
        </p:nvSpPr>
        <p:spPr>
          <a:xfrm>
            <a:off x="4609767" y="2795304"/>
            <a:ext cx="2728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rgbClr val="F4B183"/>
                </a:solidFill>
                <a:latin typeface="微软雅黑 Light" panose="020B0502040204020203" pitchFamily="34" charset="-122"/>
              </a:rPr>
              <a:t>谢谢</a:t>
            </a:r>
            <a:endParaRPr lang="en-US" sz="6600" b="1" dirty="0">
              <a:solidFill>
                <a:srgbClr val="F4B183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="" xmlns:a16="http://schemas.microsoft.com/office/drawing/2014/main" id="{4E49163D-DFAB-41F1-AACE-58EEE9068C80}"/>
              </a:ext>
            </a:extLst>
          </p:cNvPr>
          <p:cNvSpPr/>
          <p:nvPr/>
        </p:nvSpPr>
        <p:spPr>
          <a:xfrm>
            <a:off x="2599935" y="2157468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="" xmlns:a16="http://schemas.microsoft.com/office/drawing/2014/main" id="{B1C3E434-2A4B-4365-B940-77631D63F6B9}"/>
              </a:ext>
            </a:extLst>
          </p:cNvPr>
          <p:cNvSpPr/>
          <p:nvPr/>
        </p:nvSpPr>
        <p:spPr>
          <a:xfrm rot="10800000">
            <a:off x="8821660" y="3878991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="" xmlns:a16="http://schemas.microsoft.com/office/drawing/2014/main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2982593" y="2444292"/>
            <a:ext cx="556739" cy="647769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5095</TotalTime>
  <Words>354</Words>
  <Application>Microsoft Office PowerPoint</Application>
  <PresentationFormat>宽屏</PresentationFormat>
  <Paragraphs>89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 Unicode MS</vt:lpstr>
      <vt:lpstr>Dense</vt:lpstr>
      <vt:lpstr>等线</vt:lpstr>
      <vt:lpstr>等线 Light</vt:lpstr>
      <vt:lpstr>黑体</vt:lpstr>
      <vt:lpstr>宋体</vt:lpstr>
      <vt:lpstr>宋体-18030</vt:lpstr>
      <vt:lpstr>微软雅黑</vt:lpstr>
      <vt:lpstr>微软雅黑 Light</vt:lpstr>
      <vt:lpstr>Arial</vt:lpstr>
      <vt:lpstr>Calibri</vt:lpstr>
      <vt:lpstr>Cambria Math</vt:lpstr>
      <vt:lpstr>Times New Roman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黑色简洁</dc:title>
  <dc:creator>www.1ppt.com</dc:creator>
  <cp:keywords>第一PPT模板网-WWW.1PPT.COM</cp:keywords>
  <dc:description>www.1ppt.com</dc:description>
  <cp:lastModifiedBy>Windows 用户</cp:lastModifiedBy>
  <cp:revision>261</cp:revision>
  <dcterms:created xsi:type="dcterms:W3CDTF">2017-06-21T08:21:13Z</dcterms:created>
  <dcterms:modified xsi:type="dcterms:W3CDTF">2021-11-27T15:06:24Z</dcterms:modified>
</cp:coreProperties>
</file>